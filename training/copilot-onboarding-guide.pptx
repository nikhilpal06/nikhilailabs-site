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772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344168" y="777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Nikhil </a:t>
            </a:r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Labs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NEW USER ONBOARDING &amp; TRAINING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214884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USER ONBOARDING &amp; TRAINING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2514600"/>
            <a:ext cx="1105509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AI Copilots for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Excellence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6928" y="43434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DC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step-by-step guide to every copilot — what each does, when to use it, and exactly how to run it. Built to strengthen practitioner thinking, not replace your judgment.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Guide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Nikhil AI Labs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WHAT YOU'LL LEARN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this guide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502152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· Getting started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Signing in, the app launcher, and how access works.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43400" y="1783080"/>
            <a:ext cx="3502152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· The 6 copilots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each one is for and when to reach for 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19872" y="1783080"/>
            <a:ext cx="3502152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· Step by step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guided walkthrough of every tool, click by click.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4137660"/>
            <a:ext cx="3502152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· Which tool when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simple decision guide for picking the right copilot.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43400" y="4137660"/>
            <a:ext cx="3502152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· Guardrails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AI keeps you honest — and stays compliant.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19872" y="4137660"/>
            <a:ext cx="3502152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· Help &amp; FAQ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questions and where to get support.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Nikhil AI Labs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THE BIG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copilot is a system, not a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5394960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5875">
            <a:solidFill>
              <a:srgbClr val="17A2B8"/>
            </a:solidFill>
          </a:ln>
        </p:spPr>
        <p:txBody>
          <a:bodyPr wrap="square" lIns="101600" tIns="177800" rIns="1778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4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Remember: the copilot does the structure, the math, and the discipline. You bring the judgment, the context, and the decision.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105509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 is enforced. Phase gates and guardrails won't let you skip steps or overclaim a root cause.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numbers are correct. Statistics are computed by a tested engine — not guessed by a chatbot.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coaches you. It tells you what's missing and what to do next — not just what you asked.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stay in control. AI is advisory; a qualified human makes every decision.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Philosophy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Human-in-the-loop by design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697480"/>
            <a:ext cx="110550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Getting started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4114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7DC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 in once, then jump between every tool from one place.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of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Nikhil AI Labs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ACCESS &amp; SIGN-IN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Logging in &amp; moving around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5394960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5875">
            <a:solidFill>
              <a:srgbClr val="17A2B8"/>
            </a:solidFill>
          </a:ln>
        </p:spPr>
        <p:txBody>
          <a:bodyPr wrap="square" lIns="101600" tIns="177800" rIns="1778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4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access to a tool? Access is granted per email by your administrator. Ask them to add you on the Access page — no install needed.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105509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 to app.nikhilailabs.com and click Log in (single sign-on).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dashboard shows the copilots you can use. INCLUDED = built into the platform; ENTERPRISE = your subscription.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app launcher (the waffle, top-left) any time to switch between copilots.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Open on any card to launch that copilot.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app.nikhilailabs.com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THE TOOLKIT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tools, one mission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502152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100" kern="0" dirty="0">
                <a:solidFill>
                  <a:srgbClr val="0F7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HERE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Problem Diagnostic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Describe any problem in 60s → instant triage + the right copilot to use next. No login.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43400" y="1783080"/>
            <a:ext cx="3502152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100" kern="0" dirty="0">
                <a:solidFill>
                  <a:srgbClr val="0F7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Investigation Workbench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Deviations, OOS, complaints → evidence-driven RCA, CAPA &amp; GMP-ready export.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119872" y="1783080"/>
            <a:ext cx="3502152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100" kern="0" dirty="0">
                <a:solidFill>
                  <a:srgbClr val="0F7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COACHING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A3 Coach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A3 problem-solving with an AI coach that challenges your thinking.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4137660"/>
            <a:ext cx="3502152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100" kern="0" dirty="0">
                <a:solidFill>
                  <a:srgbClr val="0F7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Kaizen Event Copilot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Plan, run, document &amp; sustain high-impact Kaizen events.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43400" y="4137660"/>
            <a:ext cx="3502152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100" kern="0" dirty="0">
                <a:solidFill>
                  <a:srgbClr val="0F7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FLOW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Flow Intelligence Copilot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Value-stream &amp; process maps + AI bottleneck and waste analysis.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19872" y="4137660"/>
            <a:ext cx="3502152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100" kern="0" dirty="0">
                <a:solidFill>
                  <a:srgbClr val="0F7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DMAIC Intelligence Copilot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a full Lean Six Sigma project with a built-in statistics engine.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Switch any time via the app launcher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GOOD HABITS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habits that apply everywhere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Save often. Cloud save keeps work across devices; the live draft autosaves locally.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Treat AI as advisory. Read it, sanity-check it, then decide. You own the conclusion.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the guardrails. If a tool blocks an analysis or won't claim a root cause, that's it protecting you.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 it evidence. Upload your documents and data — better inputs, better output.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 the deliverable. Every tool produces a branded report or deck for read-outs and the file.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Good habits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Nikhil AI Labs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697480"/>
            <a:ext cx="110550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Step-by-step walkthroughs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4114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7DC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copilot — what it's for, when to use it, and exactly how to run it.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 of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guided tours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TOOL 1 · START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Problem Diagnostic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use it: you have a problem but aren't sure where to start, or want a fast read before committing time. A 60-second triage — open to anyone, no login.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2514600"/>
            <a:ext cx="3502152" cy="370332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Names the problem type (RCA, DMAIC, Kaizen, VSM, AI…).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43400" y="2514600"/>
            <a:ext cx="3502152" cy="370332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Refined statement, 5-Why draft, readiness score, what's missing.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19872" y="2514600"/>
            <a:ext cx="3502152" cy="370332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Recommends the right copilot to continue in.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Problem Diagnostic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app.nikhilailabs.com/assessment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TOOL 1 · HOW TO RUN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Diagnose a problem in 60 seconds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5394960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FF1EA"/>
          </a:solidFill>
          <a:ln w="15875">
            <a:solidFill>
              <a:srgbClr val="FF6B35"/>
            </a:solidFill>
          </a:ln>
        </p:spPr>
        <p:txBody>
          <a:bodyPr wrap="square" lIns="101600" tIns="177800" rIns="1778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C2D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It's a triage, not a verdict. Use it to choose the right tool and see what evidence you still need — never as a final root cause.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105509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the homepage, click Analyze my problem (or go to /assessment).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Describe the problem in plain English, or click an example chip to auto-fill.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Analyze My Problem → your instant result appears in seconds.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the cards: problem type, refined statement, likely cause areas, draft 5-Why, readiness score, missing info.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Explore the Problem Intelligence Map — the orange node is your recommended copilot.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Deepen with AI for a richer 5-Why and a human practitioner take.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Continue in [copilot] to start the real work — or Email me this assessment.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Problem Diagnostic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login required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TOOL 2 ·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Investigation Intelligence Workbench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use it: a GMP deviation, OOS/OOT, complaint, or NCR that needs a defensible, evidence-driven investigation — RCA, CAPA, and audit-ready output.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5394960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5875">
            <a:solidFill>
              <a:srgbClr val="17A2B8"/>
            </a:solidFill>
          </a:ln>
        </p:spPr>
        <p:txBody>
          <a:bodyPr wrap="square" lIns="101600" tIns="177800" rIns="1778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4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case file has 12 screens in the left sidebar — you'll move down them in order, from intake to export.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Investigation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workbench.nikhilailabs.com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TOOL 2 · RUN THE INVESTIGATION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intake to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investigation → choose the type (deviation / OOS / complaint), add a title and basic context.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Drag &amp; drop your documents — reports, data, SOPs, PDFs, even photos. They're read automatically.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Run. The analysis works in the background (timeline, gaps, RCA, CAPA, GMP risk) — give it a moment.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screen by screen: Executive Summary → Readiness &amp; Quality scores → Event Timeline → Evidence Map.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Investigation Workbench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Screens 1–5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TOOL 2 · DECIDE &amp; CLOSE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evidence to a defensible close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5394960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FF1EA"/>
          </a:solidFill>
          <a:ln w="15875">
            <a:solidFill>
              <a:srgbClr val="FF6B35"/>
            </a:solidFill>
          </a:ln>
        </p:spPr>
        <p:txBody>
          <a:bodyPr wrap="square" lIns="101600" tIns="177800" rIns="1778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C2D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Compliance: the AI supports the investigation. QA approval, regulatory judgment, and your authorized QMS process remain mandatory.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105509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 Graph: link evidence to candidate causes on the visual map. Save your edits.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Do-Not-Close-Until: the red, closure-blocking gaps. Resolve these before sign-off.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RCA Workbench: build a 5-Why or Fishbone; edit nodes; the AI flags weak links. Save.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GMP Defensibility · Similar Cases · CAPA Options: review the readiness badge, prior cases, and ranked CAPAs.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Export: Word / JSON / CSV, a QMS field map (Veeva / MasterControl / generic), and a branded PDF.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Investigation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Screens 6–12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TOOL 3 · COACHING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A3 Coach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use it: any structured problem you want to solve and learn from — building a rigorous A3 while an AI coach sharpens your thinking.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5394960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5875">
            <a:solidFill>
              <a:srgbClr val="17A2B8"/>
            </a:solidFill>
          </a:ln>
        </p:spPr>
        <p:txBody>
          <a:bodyPr wrap="square" lIns="101600" tIns="177800" rIns="1778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4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 tip: let it challenge you. The value is better thinking and stronger problem solvers — not a faster form.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514600"/>
            <a:ext cx="1105509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a new A3.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the boxes in order: Background → Current Condition → Goal → Root-Cause Analysis → Countermeasures → Plan → Follow-up.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the logic map (5-Why / Fishbone) to structure root cause; the coach challenges weak links.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Respond to the coaching prompts — it pressure-tests your logic, it doesn't just fill the form.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leadership-review readiness, refine, then save / export your A3.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A3 Coach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a3.nikhilailabs.com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TOOL 4 · EVENTS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Kaizen Event Copilot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use it: planning, running, documenting, and sustaining a rapid-improvement (Kaizen) event.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5394960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5875">
            <a:solidFill>
              <a:srgbClr val="17A2B8"/>
            </a:solidFill>
          </a:ln>
        </p:spPr>
        <p:txBody>
          <a:bodyPr wrap="square" lIns="101600" tIns="177800" rIns="1778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4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 tip: do the readiness step honestly — a weak charter is the #1 reason events fail to stick.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514600"/>
            <a:ext cx="1105509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Readiness scoring — answer the readiness questions; get a go / no-go score.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Charter &amp; agenda — generate the event charter, scope, and a day-by-day agenda.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 — walk the 8 wastes and root cause on the target process.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Countermeasures — generate ideas and rank them on the impact / effort matrix.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 &amp; control plan + a 30/60/90-day sustainment plan → export the Kaizen report.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Kaizen Event Copilot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kaizen.nikhilailabs.com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TOOL 5 ·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Flow Intelligence Copilot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use it: mapping a value stream or process and finding the bottlenecks, waste, and highest-impact improvements.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5394960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FF1EA"/>
          </a:solidFill>
          <a:ln w="15875">
            <a:solidFill>
              <a:srgbClr val="FF6B35"/>
            </a:solidFill>
          </a:ln>
        </p:spPr>
        <p:txBody>
          <a:bodyPr wrap="square" lIns="101600" tIns="177800" rIns="1778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C2D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Garbage in, garbage out: the analysis is only as good as the metrics — capture real cycle and wait times.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514600"/>
            <a:ext cx="1105509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map → pick a type (value stream / process / metric flow / future state).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Drag node types onto the canvas (suppliers, processes, queues, inspections, rework, kaizen burst…) and connect them.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 metrics on each step: cycle time, wait, WIP, first-pass yield, defect rate, changeover, uptime.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Analyze → AI finds bottlenecks, classifies the 8 wastes, and computes flow efficiency / rolled throughput yield.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the readiness / performance / confidence scores, then the 30/60/90 roadmap and future-state ideas.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 an existing map (Miro, Lucid, CSV, PDF, screenshot) with AI extraction + a review step; export the branded PDF.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Flow Intelligence Copilot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In-platform module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TOOL 6 · PROJECTS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DMAIC Intelligence Copilot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use it: running a full, data-driven Lean Six Sigma improvement project end to end — with a real statistics engine and an AI Master Black Belt reviewing your thinking.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5394960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E6F6F9"/>
          </a:solidFill>
          <a:ln w="15875">
            <a:solidFill>
              <a:srgbClr val="17A2B8"/>
            </a:solidFill>
          </a:ln>
        </p:spPr>
        <p:txBody>
          <a:bodyPr wrap="square" lIns="101600" tIns="177800" rIns="1778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4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tabs, in order: Setup · Define · Measure · Analyze · Improve · Control · Scorecards · Statistics · FMEA · Visual Canvas · AI Review · Export.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DMAIC Intelligence Copilot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.../dashboard/dmaic-intelligence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TOOL 6 · RUN THE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Setup → Define → … →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Setup: project title, problem &amp; goal statements, scope, team, baseline and target.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the D → M → A → I → C tabs, filling the guided fields. Click AI Review any time for phase feedback — strengths, gaps, blockers, recommended tools, next actions.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Scorecards: check Readiness, Data Quality, Root-Cause Confidence &amp; Control Sustainability — and resolve any 'Do Not Proceed Until' blockers before advancing.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an existing charter or deck to import it; Save / My projects to keep work across devices.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DMAIC Intelligence Copilot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DMAIC flow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TOOL 6 · THE STATISTICS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a real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5394960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FF1EA"/>
          </a:solidFill>
          <a:ln w="15875">
            <a:solidFill>
              <a:srgbClr val="FF6B35"/>
            </a:solidFill>
          </a:ln>
        </p:spPr>
        <p:txBody>
          <a:bodyPr wrap="square" lIns="101600" tIns="177800" rIns="1778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C2D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Built-in guardrail: it refuses to run the wrong analysis on the wrong data (e.g. capability on category counts) and never declares a final root cause.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105509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the Statistics tab. Unsure which test? Use 'Which statistical tool should I use?' (Test or Control-chart mode).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an analysis: Pareto, Cp/Cpk, I-MR, X-bar &amp; R, p/np/c/u, run chart, t-test, ANOVA, chi-square, regression.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Paste or upload your data (CSV/Excel); enter spec limits where the analysis needs them.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Run analysis → read the result, chart, and the plain-English interpretation (what it says / does NOT prove / next step).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Save to project (feeds the AI review &amp; exports); export PNG / CSV per analysis.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DMAIC Intelligence Copilot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Statistics tab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TOOL 6 · VISUALS &amp; DELIVERABLES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FMEA, canvases &amp; export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FMEA tab: build the failure-mode table; RPN auto-calculates (Severity × Occurrence × Detection) with priority colours.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Canvas: draw a SIPOC, the DMAIC roadmap, a root-cause evidence map, or an FMEA on a drag-and-drop canvas; click Analyze; Save.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Review: get a full project review and a methodology-fit check (DMAIC / A3 / Kaizen / Just-Do-It).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Export: a branded PowerPoint deck and PDF report — charts, scorecards, canvases and FMEA included — for the tollgate.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DMAIC Intelligence Copilot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FMEA · Canvas · Export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697480"/>
            <a:ext cx="110550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copilot, when?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4114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7DC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simple way to pick the right tool for the problem in front of you.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3 of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guide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DECISION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 the problem to the tool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390388" cy="12954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sure where to start?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Problem Diagnostic — 60-second triage that points you to the right copilot.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31636" y="1783080"/>
            <a:ext cx="5390388" cy="12954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GMP deviation / OOS / complaint / CAPA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Investigation Workbench — defensible, evidence-driven RCA + QMS export.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352800"/>
            <a:ext cx="5390388" cy="12954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 a problem / build an A3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A3 Coach — structured problem solving with challenge.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31636" y="3352800"/>
            <a:ext cx="5390388" cy="12954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a rapid improvement event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Kaizen Event Copilot — charter → run → sustain.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4922520"/>
            <a:ext cx="5390388" cy="12954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 &amp; improve flow / value stream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Flow Intelligence Copilot — bottlenecks &amp; waste.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31636" y="4922520"/>
            <a:ext cx="5390388" cy="12954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data-driven improvement project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DMAIC Intelligence Copilot — stats, gates &amp; control.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tool when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can switch any time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PART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697480"/>
            <a:ext cx="110550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Guardrails, help &amp; FAQ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4114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7DC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AI keeps you honest, stays compliant, and where to get unstuck.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4 of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&amp; support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TRUST &amp; 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copilots stay trustworthy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509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Human-in-the-loop by design. The AI structures and suggests; you approve and decide.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overclaiming. It separates facts from assumptions and won't assert a final root cause or significance without evidence.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Right analysis only. It blocks statistically invalid analyses instead of returning a confident-but-wrong answer.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Regulated-ready. Audit-friendly outputs and disclaimers — 'do not use as final GMP documentation without QA review.'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3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data stays in the platform. The public Diagnostic stores no sensitive text unless you consent.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Regulated by default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FAQ &amp; TROUBLESHOOTING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390388" cy="12954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don't see a copilot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is per email. Ask your admin to grant it on the Access page.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31636" y="1783080"/>
            <a:ext cx="5390388" cy="12954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AI seems slow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Deeper analyses run in the background — give it a moment to finish.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352800"/>
            <a:ext cx="5390388" cy="12954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 analysis was blocked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That's a guardrail. Check your data type matches the analysis (continuous vs. counts).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31636" y="3352800"/>
            <a:ext cx="5390388" cy="12954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Did I lose my work?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Save for the cloud copy; your live draft autosaves in the browser.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4922520"/>
            <a:ext cx="5390388" cy="12954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I import existing work?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Yes — upload a charter, deck, CSV or PDF; review the AI's extraction before it loads.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31636" y="4922520"/>
            <a:ext cx="5390388" cy="12954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B2D5A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it accurate?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Statistics are computed by a tested engine; AI text is advisory — always verify before acting.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D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FAQ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Nikhil AI Labs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772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344168" y="777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Nikhil </a:t>
            </a:r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Labs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YOU'RE READY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214884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2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YOU'RE READY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2514600"/>
            <a:ext cx="1105509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with the Diagnostic.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 the copilot do the rest.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6928" y="43434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DC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 in at app.nikhilailabs.com  ·  Try the 60-second Diagnostic at nikhilailabs.com  ·  Need a hand or a deeper session? Contact your Nikhil AI Labs lead.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4476" y="6400800"/>
            <a:ext cx="5527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 before you automate.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Nikhil AI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Onboarding &amp; Training Guide</dc:title>
  <dc:subject>PptxGenJS Presentation</dc:subject>
  <dc:creator>Nikhil AI Labs</dc:creator>
  <cp:lastModifiedBy>Nikhil AI Labs</cp:lastModifiedBy>
  <cp:revision>1</cp:revision>
  <dcterms:created xsi:type="dcterms:W3CDTF">2026-06-28T20:24:11Z</dcterms:created>
  <dcterms:modified xsi:type="dcterms:W3CDTF">2026-06-28T20:24:11Z</dcterms:modified>
</cp:coreProperties>
</file>